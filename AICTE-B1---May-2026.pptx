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146847061" r:id="rId11"/>
    <p:sldId id="267" r:id="rId12"/>
    <p:sldId id="2146847059" r:id="rId13"/>
    <p:sldId id="2146847060" r:id="rId14"/>
    <p:sldId id="268" r:id="rId15"/>
    <p:sldId id="2146847055" r:id="rId16"/>
    <p:sldId id="269" r:id="rId17"/>
    <p:sldId id="2146847058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6/23/2026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icte-b1---may-2026-54auzfyihvvdkymbwjvhaa.streamlit.app/" TargetMode="External"/><Relationship Id="rId2" Type="http://schemas.openxmlformats.org/officeDocument/2006/relationships/hyperlink" Target="https://github.com/AdarshaJash/AICTE-B1---May-2026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197864"/>
            <a:ext cx="9144000" cy="160154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/>
                </a:solidFill>
              </a:rPr>
              <a:t>AI-Powered Study Buddy</a:t>
            </a:r>
            <a:endParaRPr lang="en-US" sz="4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73936" y="3429000"/>
            <a:ext cx="9408443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Adarsha Jash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AICTE Student ID - </a:t>
            </a:r>
            <a:r>
              <a:rPr lang="en-IN" sz="2400" dirty="0">
                <a:solidFill>
                  <a:schemeClr val="accent2"/>
                </a:solidFill>
              </a:rPr>
              <a:t>STU69eae3047c88a1777001220</a:t>
            </a:r>
            <a:endParaRPr lang="en-US" sz="2400" b="1" dirty="0">
              <a:solidFill>
                <a:schemeClr val="accent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</a:t>
            </a:r>
            <a:r>
              <a:rPr lang="en-US" sz="2400" b="1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IN" sz="2400" b="1" dirty="0">
                <a:solidFill>
                  <a:schemeClr val="accent2"/>
                </a:solidFill>
              </a:rPr>
              <a:t>Institute of Engineering and Management (IEM), Kolkata</a:t>
            </a:r>
            <a:endParaRPr lang="en-US" sz="2400" b="1" dirty="0">
              <a:solidFill>
                <a:schemeClr val="accent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CSIT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F66750-B22A-9F60-22F2-B677D48DE4C8}"/>
              </a:ext>
            </a:extLst>
          </p:cNvPr>
          <p:cNvSpPr txBox="1"/>
          <p:nvPr/>
        </p:nvSpPr>
        <p:spPr>
          <a:xfrm>
            <a:off x="722376" y="1673352"/>
            <a:ext cx="100675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Students often struggle to understand complex concepts while studying.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Online searches provide lengthy and sometimes irrelevant information.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Preparing notes, quizzes, and study plans manually takes time.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There is a need for an AI-based system that can explain topics, summarize notes, generate quizzes, and create study plans instantly.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B0895-AE18-AEFC-BD16-6F65D21EBD85}"/>
              </a:ext>
            </a:extLst>
          </p:cNvPr>
          <p:cNvSpPr txBox="1"/>
          <p:nvPr/>
        </p:nvSpPr>
        <p:spPr>
          <a:xfrm>
            <a:off x="658368" y="1618488"/>
            <a:ext cx="95463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AI-Powered Study Buddy is a web application developed using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and Google Gemini API.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Concept Explainer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Notes Summarizer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Quiz Generator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Study Planner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The system helps students learn faster and improve exam preparation through AI-generated content.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72DFD5-F5A1-595C-31A2-8154F4EAF3AA}"/>
              </a:ext>
            </a:extLst>
          </p:cNvPr>
          <p:cNvSpPr txBox="1"/>
          <p:nvPr/>
        </p:nvSpPr>
        <p:spPr>
          <a:xfrm>
            <a:off x="758952" y="1499616"/>
            <a:ext cx="954633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• Python</a:t>
            </a: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Libraries Used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• Google Generative AI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• PyPDF2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• Python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Dotenv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Working Flow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User Input → Prompt Generation → Gemini API → AI Response → Display the Output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A8B904-54D7-4C80-22C9-E5AEE37CFF5F}"/>
              </a:ext>
            </a:extLst>
          </p:cNvPr>
          <p:cNvSpPr txBox="1"/>
          <p:nvPr/>
        </p:nvSpPr>
        <p:spPr>
          <a:xfrm>
            <a:off x="910128" y="1609344"/>
            <a:ext cx="95231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Accept user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Generate prompt based on selected feature.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Send prompt to Gemini API.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Receive AI-generated response.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Display result on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interface.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• Developed in VS Code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• Executed using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• Local Deployment using localhost:8501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905A52-F6BD-AA83-BC03-C3E9018B9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928"/>
            <a:ext cx="7644384" cy="6291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43C3DC-B41B-8E21-AA65-76FFD3C71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566928"/>
            <a:ext cx="6556248" cy="6291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26C255-6874-93DC-9CC1-F6DD1763D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566928"/>
            <a:ext cx="5297424" cy="6291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0B29BF-B8A9-5E83-0B35-E7B47B13E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028" y="566928"/>
            <a:ext cx="2823972" cy="62910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F14E92-9B4B-21FE-B897-7FE1A9C3CA8B}"/>
              </a:ext>
            </a:extLst>
          </p:cNvPr>
          <p:cNvSpPr txBox="1"/>
          <p:nvPr/>
        </p:nvSpPr>
        <p:spPr>
          <a:xfrm>
            <a:off x="203200" y="0"/>
            <a:ext cx="2753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  <a:endParaRPr lang="en-IN" sz="20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821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B8604-D512-18D1-24AA-8BCA5EFFD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12710"/>
            <a:ext cx="10012680" cy="574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AE03-6085-250E-897B-D52524CC6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40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45FAF-9C12-FCAB-BFF1-4FFBE6DB4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4712"/>
            <a:ext cx="10030968" cy="573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5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F870-E7BB-B72A-7D60-95DFFA28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40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D355C-30CC-82C6-44E9-CE1B5D4C2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232453"/>
            <a:ext cx="9870400" cy="562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5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EFA7B-50DE-A83A-EA3B-54F7853FAE05}"/>
              </a:ext>
            </a:extLst>
          </p:cNvPr>
          <p:cNvSpPr txBox="1"/>
          <p:nvPr/>
        </p:nvSpPr>
        <p:spPr>
          <a:xfrm>
            <a:off x="670560" y="1493520"/>
            <a:ext cx="95300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AI-Powered Study Buddy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simplifies learning by providing: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Instant explanations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Summaries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Study plans.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This project demonstrates the practical use of 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Generative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and improves student 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1072F-E4F1-0E8D-8CEE-9CF8F62DEBF6}"/>
              </a:ext>
            </a:extLst>
          </p:cNvPr>
          <p:cNvSpPr txBox="1"/>
          <p:nvPr/>
        </p:nvSpPr>
        <p:spPr>
          <a:xfrm>
            <a:off x="609600" y="1625600"/>
            <a:ext cx="97332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Voice-based learning assistant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Flashcard generation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Multi-language support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Performance tracking dashboard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Mobile application integration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• Personalized learning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References: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Link </a:t>
            </a:r>
            <a:r>
              <a:rPr lang="en-IN" sz="2000" dirty="0"/>
              <a:t>: </a:t>
            </a:r>
            <a:r>
              <a:rPr lang="en-IN" sz="2000" dirty="0">
                <a:hlinkClick r:id="rId2"/>
              </a:rPr>
              <a:t>https://github.com/AdarshaJash/AICTE-B1---May-2026</a:t>
            </a:r>
            <a:endParaRPr lang="en-IN" sz="2000" dirty="0"/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Deployment Link</a:t>
            </a:r>
            <a:r>
              <a:rPr lang="en-IN" sz="2000" dirty="0"/>
              <a:t>: </a:t>
            </a:r>
            <a:r>
              <a:rPr lang="en-IN" sz="2000" dirty="0">
                <a:hlinkClick r:id="rId3"/>
              </a:rPr>
              <a:t>https://aicte-b1---may-2026-54auzfyihvvdkymbwjvhaa.streamlit.app/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2145</TotalTime>
  <Words>396</Words>
  <Application>Microsoft Office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AI-Powered Study Buddy</vt:lpstr>
      <vt:lpstr>OUTLINE</vt:lpstr>
      <vt:lpstr>Problem Statement</vt:lpstr>
      <vt:lpstr>Proposed Solution</vt:lpstr>
      <vt:lpstr>System  Approach</vt:lpstr>
      <vt:lpstr>Algorithm &amp; Deployment</vt:lpstr>
      <vt:lpstr>PowerPoint Presentation</vt:lpstr>
      <vt:lpstr>Result</vt:lpstr>
      <vt:lpstr>RESULT</vt:lpstr>
      <vt:lpstr>RESULT</vt:lpstr>
      <vt:lpstr>Conclusion</vt:lpstr>
      <vt:lpstr>PowerPoint Presentation</vt:lpstr>
      <vt:lpstr>References:</vt:lpstr>
      <vt:lpstr>Github link: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ADARSHA JASH</cp:lastModifiedBy>
  <cp:revision>38</cp:revision>
  <dcterms:created xsi:type="dcterms:W3CDTF">2021-05-26T16:50:10Z</dcterms:created>
  <dcterms:modified xsi:type="dcterms:W3CDTF">2026-06-24T06:45:19Z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